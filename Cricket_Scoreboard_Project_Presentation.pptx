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374" r:id="rId4"/>
    <p:sldId id="372" r:id="rId5"/>
    <p:sldId id="373" r:id="rId6"/>
    <p:sldId id="375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6F6300C-41E0-4426-8EE9-F1941E422DBD}" v="2" dt="2026-10-28T10:22:05.7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3447" autoAdjust="0"/>
  </p:normalViewPr>
  <p:slideViewPr>
    <p:cSldViewPr snapToGrid="0">
      <p:cViewPr varScale="1">
        <p:scale>
          <a:sx n="51" d="100"/>
          <a:sy n="51" d="100"/>
        </p:scale>
        <p:origin x="88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reshwerkanth kanth" userId="f9799c99288a2baf" providerId="LiveId" clId="{EA3AA468-02E8-45C7-A452-03539C9B2C06}"/>
    <pc:docChg chg="modSld">
      <pc:chgData name="vireshwerkanth kanth" userId="f9799c99288a2baf" providerId="LiveId" clId="{EA3AA468-02E8-45C7-A452-03539C9B2C06}" dt="2026-10-28T10:23:07.229" v="36" actId="207"/>
      <pc:docMkLst>
        <pc:docMk/>
      </pc:docMkLst>
      <pc:sldChg chg="modSp mod">
        <pc:chgData name="vireshwerkanth kanth" userId="f9799c99288a2baf" providerId="LiveId" clId="{EA3AA468-02E8-45C7-A452-03539C9B2C06}" dt="2026-10-28T10:23:07.229" v="36" actId="207"/>
        <pc:sldMkLst>
          <pc:docMk/>
          <pc:sldMk cId="0" sldId="256"/>
        </pc:sldMkLst>
        <pc:spChg chg="mod">
          <ac:chgData name="vireshwerkanth kanth" userId="f9799c99288a2baf" providerId="LiveId" clId="{EA3AA468-02E8-45C7-A452-03539C9B2C06}" dt="2026-10-28T10:23:07.229" v="36" actId="207"/>
          <ac:spMkLst>
            <pc:docMk/>
            <pc:sldMk cId="0" sldId="256"/>
            <ac:spMk id="9" creationId="{00000000-0000-0000-0000-000000000000}"/>
          </ac:spMkLst>
        </pc:spChg>
        <pc:spChg chg="mod">
          <ac:chgData name="vireshwerkanth kanth" userId="f9799c99288a2baf" providerId="LiveId" clId="{EA3AA468-02E8-45C7-A452-03539C9B2C06}" dt="2026-10-28T10:22:55.740" v="35" actId="207"/>
          <ac:spMkLst>
            <pc:docMk/>
            <pc:sldMk cId="0" sldId="256"/>
            <ac:spMk id="11" creationId="{00000000-0000-0000-0000-000000000000}"/>
          </ac:spMkLst>
        </pc:spChg>
      </pc:sldChg>
      <pc:sldChg chg="delSp modSp">
        <pc:chgData name="vireshwerkanth kanth" userId="f9799c99288a2baf" providerId="LiveId" clId="{EA3AA468-02E8-45C7-A452-03539C9B2C06}" dt="2026-10-28T10:22:05.788" v="9" actId="21"/>
        <pc:sldMkLst>
          <pc:docMk/>
          <pc:sldMk cId="0" sldId="257"/>
        </pc:sldMkLst>
        <pc:spChg chg="del mod">
          <ac:chgData name="vireshwerkanth kanth" userId="f9799c99288a2baf" providerId="LiveId" clId="{EA3AA468-02E8-45C7-A452-03539C9B2C06}" dt="2026-10-28T10:22:05.788" v="9" actId="21"/>
          <ac:spMkLst>
            <pc:docMk/>
            <pc:sldMk cId="0" sldId="257"/>
            <ac:spMk id="3" creationId="{00000000-0000-0000-0000-000000000000}"/>
          </ac:spMkLst>
        </pc:spChg>
      </pc:sldChg>
      <pc:sldChg chg="addSp modSp mod">
        <pc:chgData name="vireshwerkanth kanth" userId="f9799c99288a2baf" providerId="LiveId" clId="{EA3AA468-02E8-45C7-A452-03539C9B2C06}" dt="2026-10-28T10:21:42.375" v="7" actId="732"/>
        <pc:sldMkLst>
          <pc:docMk/>
          <pc:sldMk cId="0" sldId="375"/>
        </pc:sldMkLst>
        <pc:picChg chg="add mod modCrop">
          <ac:chgData name="vireshwerkanth kanth" userId="f9799c99288a2baf" providerId="LiveId" clId="{EA3AA468-02E8-45C7-A452-03539C9B2C06}" dt="2026-10-28T10:21:42.375" v="7" actId="732"/>
          <ac:picMkLst>
            <pc:docMk/>
            <pc:sldMk cId="0" sldId="375"/>
            <ac:picMk id="6" creationId="{C96B73D3-834A-0FBC-9D00-7B8FE6A155B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9E05D0-A421-4EF3-8512-AD1148C82550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1C5D9F-5FDD-4E04-AD07-37773298FBF3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7"/>
          <p:cNvSpPr>
            <a:spLocks noChangeArrowheads="1"/>
          </p:cNvSpPr>
          <p:nvPr/>
        </p:nvSpPr>
        <p:spPr bwMode="auto">
          <a:xfrm>
            <a:off x="914400" y="2393950"/>
            <a:ext cx="10363200" cy="109538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</a:ln>
        </p:spPr>
        <p:txBody>
          <a:bodyPr/>
          <a:lstStyle/>
          <a:p>
            <a:endParaRPr lang="en-IN" sz="1800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990600"/>
            <a:ext cx="10363200" cy="137160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30400" y="3429000"/>
            <a:ext cx="9347200" cy="16002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8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" name="Date Placeholder 2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</a:p>
        </p:txBody>
      </p:sp>
      <p:sp>
        <p:nvSpPr>
          <p:cNvPr id="4" name="Footer Placeholder 3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5" name="Slide Number Placeholder 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8F95DA7-9E0E-467D-A139-0471DC1777CB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C2143B-610F-499C-A392-DFFBE135A7B2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5C213C-AC18-4D5A-BA73-4550FF50B842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5651" y="1752600"/>
            <a:ext cx="52324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1251" y="1752600"/>
            <a:ext cx="52324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8ED4EA-E359-45F1-B86A-A40772B25C23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</a:p>
        </p:txBody>
      </p:sp>
      <p:sp>
        <p:nvSpPr>
          <p:cNvPr id="8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9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37AD66-1F60-49BE-A2E9-D91D10CB91F3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83B680-F650-469F-A231-392F163461F6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537315-F462-4C74-88B4-A900525A3FAA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9B2829-DA13-4801-8FBD-6D5729CB9593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B0EEF8-84AE-4BCB-9844-5B22523396C9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67E6EB-B6CA-430B-8761-75C737CF7AF1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65118" y="304800"/>
            <a:ext cx="2669116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55651" y="304800"/>
            <a:ext cx="7806267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31276A-AAE7-4DAF-B5DC-CD9EE96B703D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AutoShape 4"/>
          <p:cNvSpPr>
            <a:spLocks noChangeArrowheads="1"/>
          </p:cNvSpPr>
          <p:nvPr/>
        </p:nvSpPr>
        <p:spPr bwMode="auto">
          <a:xfrm>
            <a:off x="812800" y="1566864"/>
            <a:ext cx="10610851" cy="109537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</a:ln>
        </p:spPr>
        <p:txBody>
          <a:bodyPr/>
          <a:lstStyle/>
          <a:p>
            <a:endParaRPr lang="en-IN" sz="1800"/>
          </a:p>
        </p:txBody>
      </p:sp>
      <p:sp>
        <p:nvSpPr>
          <p:cNvPr id="1029" name="Line 5"/>
          <p:cNvSpPr>
            <a:spLocks noChangeShapeType="1"/>
          </p:cNvSpPr>
          <p:nvPr/>
        </p:nvSpPr>
        <p:spPr bwMode="auto">
          <a:xfrm flipV="1">
            <a:off x="812800" y="6172200"/>
            <a:ext cx="105664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12800" y="6245225"/>
            <a:ext cx="2641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cs typeface="+mn-cs"/>
              </a:defRPr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200">
                <a:cs typeface="+mn-cs"/>
              </a:defRPr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4104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641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756AFA5A-A15D-402B-9810-66A481E98194}" type="slidenum">
              <a:rPr lang="en-US" altLang="en-US"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88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600">
          <a:solidFill>
            <a:schemeClr val="tx1"/>
          </a:solidFill>
          <a:latin typeface="+mn-lt"/>
        </a:defRPr>
      </a:lvl2pPr>
      <a:lvl3pPr marL="1304925" indent="-395605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300">
          <a:solidFill>
            <a:schemeClr val="tx1"/>
          </a:solidFill>
          <a:latin typeface="+mn-lt"/>
        </a:defRPr>
      </a:lvl3pPr>
      <a:lvl4pPr marL="1694180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94230" indent="-398780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514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6pPr>
      <a:lvl7pPr marL="30086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658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8pPr>
      <a:lvl9pPr marL="39230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/>
          <p:nvPr/>
        </p:nvSpPr>
        <p:spPr>
          <a:xfrm>
            <a:off x="840362" y="3026263"/>
            <a:ext cx="11037605" cy="144930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en-US" altLang="en-I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PROJECT NAME : CRICKET SCOREBOARD</a:t>
            </a:r>
          </a:p>
          <a:p>
            <a:pPr algn="l">
              <a:lnSpc>
                <a:spcPct val="150000"/>
              </a:lnSpc>
            </a:pPr>
            <a:r>
              <a:rPr lang="en-US" altLang="en-I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SUBJECT:WEB PROGRAMMING</a:t>
            </a:r>
          </a:p>
        </p:txBody>
      </p:sp>
      <p:sp>
        <p:nvSpPr>
          <p:cNvPr id="11" name="TextBox 1"/>
          <p:cNvSpPr txBox="1">
            <a:spLocks noChangeArrowheads="1"/>
          </p:cNvSpPr>
          <p:nvPr/>
        </p:nvSpPr>
        <p:spPr bwMode="auto">
          <a:xfrm>
            <a:off x="7397693" y="5538721"/>
            <a:ext cx="4479639" cy="706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IN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NAME:</a:t>
            </a:r>
            <a:r>
              <a:rPr lang="en-US" alt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Vireshwer CA</a:t>
            </a:r>
            <a:endParaRPr lang="en-IN" altLang="en-US" sz="2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IN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 NO: </a:t>
            </a:r>
            <a:r>
              <a:rPr lang="en-US" alt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2116241901126</a:t>
            </a:r>
          </a:p>
        </p:txBody>
      </p:sp>
      <p:sp>
        <p:nvSpPr>
          <p:cNvPr id="15" name="Title 1"/>
          <p:cNvSpPr txBox="1"/>
          <p:nvPr/>
        </p:nvSpPr>
        <p:spPr>
          <a:xfrm>
            <a:off x="708891" y="1213137"/>
            <a:ext cx="10515600" cy="10603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200" b="1" dirty="0">
                <a:solidFill>
                  <a:schemeClr val="accent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Department of Computer Science and Engineering </a:t>
            </a:r>
          </a:p>
          <a:p>
            <a:r>
              <a:rPr lang="en-IN" sz="3200" b="1" dirty="0">
                <a:solidFill>
                  <a:schemeClr val="accent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(Cyber Security)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339" y="194915"/>
            <a:ext cx="2689499" cy="86877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8330" y="4883150"/>
            <a:ext cx="10241280" cy="822960"/>
          </a:xfrm>
          <a:prstGeom prst="rect">
            <a:avLst/>
          </a:prstGeom>
          <a:noFill/>
        </p:spPr>
        <p:txBody>
          <a:bodyPr wrap="square" lIns="109728" tIns="73152" rIns="109728" bIns="54864">
            <a:spAutoFit/>
          </a:bodyPr>
          <a:lstStyle/>
          <a:p>
            <a:pPr algn="l">
              <a:defRPr sz="1600" b="0">
                <a:solidFill>
                  <a:srgbClr val="B8C2CC"/>
                </a:solidFill>
                <a:latin typeface="Aptos"/>
              </a:defRPr>
            </a:pPr>
            <a:r>
              <a:rPr sz="1600" b="0">
                <a:solidFill>
                  <a:srgbClr val="B8C2CC"/>
                </a:solidFill>
                <a:latin typeface="Aptos"/>
              </a:rPr>
              <a:t>Presented by: Vireshwer CA  |  Reg. No.: 2116241901126</a:t>
            </a:r>
            <a:br>
              <a:rPr sz="1600" b="0">
                <a:solidFill>
                  <a:srgbClr val="B8C2CC"/>
                </a:solidFill>
                <a:latin typeface="Aptos"/>
              </a:rPr>
            </a:br>
            <a:r>
              <a:rPr sz="1600" b="0">
                <a:solidFill>
                  <a:srgbClr val="B8C2CC"/>
                </a:solidFill>
                <a:latin typeface="Aptos"/>
              </a:rPr>
              <a:t>Computer Science &amp; Engineering (Cyber Security)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THE </a:t>
            </a:r>
            <a:r>
              <a:rPr lang="en-US" altLang="en-IN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5650" y="1520825"/>
            <a:ext cx="10424160" cy="2174240"/>
          </a:xfrm>
          <a:prstGeom prst="rect">
            <a:avLst/>
          </a:prstGeom>
          <a:noFill/>
        </p:spPr>
        <p:txBody>
          <a:bodyPr wrap="square" lIns="109728" tIns="73152" rIns="109728" bIns="54864">
            <a:spAutoFit/>
          </a:bodyPr>
          <a:lstStyle/>
          <a:p>
            <a:pPr algn="l">
              <a:defRPr sz="1900" b="0">
                <a:solidFill>
                  <a:srgbClr val="EDEDED"/>
                </a:solidFill>
                <a:latin typeface="Aptos"/>
              </a:defRPr>
            </a:pPr>
            <a:endParaRPr sz="1900" b="0" dirty="0">
              <a:solidFill>
                <a:srgbClr val="EDEDED"/>
              </a:solidFill>
              <a:latin typeface="Aptos"/>
            </a:endParaRPr>
          </a:p>
          <a:p>
            <a:pPr algn="l">
              <a:defRPr sz="1900" b="0">
                <a:solidFill>
                  <a:srgbClr val="EDEDED"/>
                </a:solidFill>
                <a:latin typeface="Aptos"/>
              </a:defRPr>
            </a:pPr>
            <a:endParaRPr sz="1900" b="0" dirty="0">
              <a:solidFill>
                <a:srgbClr val="EDEDED"/>
              </a:solidFill>
              <a:latin typeface="Aptos"/>
            </a:endParaRPr>
          </a:p>
          <a:p>
            <a:pPr algn="l">
              <a:defRPr sz="1900" b="0">
                <a:solidFill>
                  <a:srgbClr val="EDEDED"/>
                </a:solidFill>
                <a:latin typeface="Aptos"/>
              </a:defRPr>
            </a:pPr>
            <a:r>
              <a:rPr sz="1900" b="0" dirty="0">
                <a:solidFill>
                  <a:srgbClr val="EDEDED"/>
                </a:solidFill>
                <a:latin typeface="Aptos"/>
              </a:rPr>
              <a:t>• A browser-based cricket scoring application built with HTML, CSS and JavaScript.</a:t>
            </a:r>
            <a:br>
              <a:rPr sz="1900" b="0" dirty="0">
                <a:solidFill>
                  <a:srgbClr val="EDEDED"/>
                </a:solidFill>
                <a:latin typeface="Aptos"/>
              </a:rPr>
            </a:br>
            <a:r>
              <a:rPr sz="1900" b="0" dirty="0">
                <a:solidFill>
                  <a:srgbClr val="EDEDED"/>
                </a:solidFill>
                <a:latin typeface="Aptos"/>
              </a:rPr>
              <a:t>• Lets users set two teams, choose an overs format (5, 10, 20 or 50), and enter player names.</a:t>
            </a:r>
            <a:br>
              <a:rPr sz="1900" b="0" dirty="0">
                <a:solidFill>
                  <a:srgbClr val="EDEDED"/>
                </a:solidFill>
                <a:latin typeface="Aptos"/>
              </a:rPr>
            </a:br>
            <a:r>
              <a:rPr sz="1900" b="0" dirty="0">
                <a:solidFill>
                  <a:srgbClr val="EDEDED"/>
                </a:solidFill>
                <a:latin typeface="Aptos"/>
              </a:rPr>
              <a:t>• Provides a live scoreboard with runs, wickets, overs, run rate and chase target.</a:t>
            </a:r>
            <a:br>
              <a:rPr sz="1900" b="0" dirty="0">
                <a:solidFill>
                  <a:srgbClr val="EDEDED"/>
                </a:solidFill>
                <a:latin typeface="Aptos"/>
              </a:rPr>
            </a:br>
            <a:r>
              <a:rPr sz="1900" b="0" dirty="0">
                <a:solidFill>
                  <a:srgbClr val="EDEDED"/>
                </a:solidFill>
                <a:latin typeface="Aptos"/>
              </a:rPr>
              <a:t>• Tracks batting and bowling figures, over-by-over ball outcomes and a full scorecard.</a:t>
            </a:r>
            <a:br>
              <a:rPr sz="1900" b="0" dirty="0">
                <a:solidFill>
                  <a:srgbClr val="EDEDED"/>
                </a:solidFill>
                <a:latin typeface="Aptos"/>
              </a:rPr>
            </a:br>
            <a:r>
              <a:rPr sz="1900" b="0" dirty="0">
                <a:solidFill>
                  <a:srgbClr val="EDEDED"/>
                </a:solidFill>
                <a:latin typeface="Aptos"/>
              </a:rPr>
              <a:t>• Supports innings transition, match result display and starting a new match.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/ OBJECTIVE</a:t>
            </a:r>
            <a:endParaRPr lang="en-IN" sz="28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6445" y="1905635"/>
            <a:ext cx="7372985" cy="3451225"/>
          </a:xfrm>
          <a:prstGeom prst="rect">
            <a:avLst/>
          </a:prstGeom>
          <a:noFill/>
        </p:spPr>
        <p:txBody>
          <a:bodyPr wrap="square" lIns="109728" tIns="73152" rIns="109728" bIns="54864">
            <a:spAutoFit/>
          </a:bodyPr>
          <a:lstStyle/>
          <a:p>
            <a:pPr algn="l">
              <a:defRPr sz="1800" b="0">
                <a:solidFill>
                  <a:srgbClr val="EDEDED"/>
                </a:solidFill>
                <a:latin typeface="Aptos"/>
              </a:defRPr>
            </a:pPr>
            <a:br>
              <a:rPr sz="1800" b="0">
                <a:solidFill>
                  <a:srgbClr val="EDEDED"/>
                </a:solidFill>
                <a:latin typeface="Aptos"/>
              </a:rPr>
            </a:br>
            <a:r>
              <a:rPr sz="1800" b="0">
                <a:solidFill>
                  <a:srgbClr val="EDEDED"/>
                </a:solidFill>
                <a:latin typeface="Aptos"/>
              </a:rPr>
              <a:t>• Manual scorekeeping can be slow and error-prone; maintaining player statistics and match totals separately is inconvenient.</a:t>
            </a:r>
            <a:br>
              <a:rPr sz="1800" b="0">
                <a:solidFill>
                  <a:srgbClr val="EDEDED"/>
                </a:solidFill>
                <a:latin typeface="Aptos"/>
              </a:rPr>
            </a:br>
            <a:br>
              <a:rPr sz="1800" b="0">
                <a:solidFill>
                  <a:srgbClr val="EDEDED"/>
                </a:solidFill>
                <a:latin typeface="Aptos"/>
              </a:rPr>
            </a:br>
            <a:r>
              <a:rPr sz="1800" b="0">
                <a:solidFill>
                  <a:srgbClr val="EDEDED"/>
                </a:solidFill>
                <a:latin typeface="Aptos"/>
              </a:rPr>
              <a:t>Objectives</a:t>
            </a:r>
          </a:p>
          <a:p>
            <a:pPr algn="l">
              <a:defRPr sz="1800" b="0">
                <a:solidFill>
                  <a:srgbClr val="EDEDED"/>
                </a:solidFill>
                <a:latin typeface="Aptos"/>
              </a:defRPr>
            </a:pPr>
            <a:br>
              <a:rPr sz="1800" b="0">
                <a:solidFill>
                  <a:srgbClr val="EDEDED"/>
                </a:solidFill>
                <a:latin typeface="Aptos"/>
              </a:rPr>
            </a:br>
            <a:r>
              <a:rPr sz="1800" b="0">
                <a:solidFill>
                  <a:srgbClr val="EDEDED"/>
                </a:solidFill>
                <a:latin typeface="Aptos"/>
              </a:rPr>
              <a:t>• Create a simple, responsive web interface for scoring a cricket match ball by ball.</a:t>
            </a:r>
            <a:br>
              <a:rPr sz="1800" b="0">
                <a:solidFill>
                  <a:srgbClr val="EDEDED"/>
                </a:solidFill>
                <a:latin typeface="Aptos"/>
              </a:rPr>
            </a:br>
            <a:r>
              <a:rPr sz="1800" b="0">
                <a:solidFill>
                  <a:srgbClr val="EDEDED"/>
                </a:solidFill>
                <a:latin typeface="Aptos"/>
              </a:rPr>
              <a:t>• Automatically update innings totals, wickets, overs, run rate and player statistics.</a:t>
            </a:r>
            <a:br>
              <a:rPr sz="1800" b="0">
                <a:solidFill>
                  <a:srgbClr val="EDEDED"/>
                </a:solidFill>
                <a:latin typeface="Aptos"/>
              </a:rPr>
            </a:br>
            <a:r>
              <a:rPr sz="1800" b="0">
                <a:solidFill>
                  <a:srgbClr val="EDEDED"/>
                </a:solidFill>
                <a:latin typeface="Aptos"/>
              </a:rPr>
              <a:t>• Support limited-overs match flow: setup → innings → chase → result.</a:t>
            </a:r>
            <a:br>
              <a:rPr sz="1800" b="0">
                <a:solidFill>
                  <a:srgbClr val="EDEDED"/>
                </a:solidFill>
                <a:latin typeface="Aptos"/>
              </a:rPr>
            </a:br>
            <a:r>
              <a:rPr sz="1800" b="0">
                <a:solidFill>
                  <a:srgbClr val="EDEDED"/>
                </a:solidFill>
                <a:latin typeface="Aptos"/>
              </a:rPr>
              <a:t>• Present a readable scorecard for batting and bowling performance.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TOOLS, TECHNOLOGIES AND IMPLEMENTATION</a:t>
            </a:r>
            <a:endParaRPr lang="en-IN" sz="28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None/>
              <a:defRPr/>
            </a:pPr>
            <a:br>
              <a:rPr kumimoji="0" lang="en-I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IN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55650" y="1645920"/>
            <a:ext cx="10424160" cy="3266440"/>
          </a:xfrm>
          <a:prstGeom prst="rect">
            <a:avLst/>
          </a:prstGeom>
          <a:noFill/>
        </p:spPr>
        <p:txBody>
          <a:bodyPr wrap="square" lIns="109728" tIns="73152" rIns="109728" bIns="54864">
            <a:spAutoFit/>
          </a:bodyPr>
          <a:lstStyle/>
          <a:p>
            <a:pPr algn="l">
              <a:defRPr sz="1700" b="0">
                <a:solidFill>
                  <a:srgbClr val="EDEDED"/>
                </a:solidFill>
                <a:latin typeface="Aptos"/>
              </a:defRPr>
            </a:pPr>
            <a:r>
              <a:rPr sz="1700" b="0">
                <a:solidFill>
                  <a:srgbClr val="EDEDED"/>
                </a:solidFill>
                <a:latin typeface="Aptos"/>
              </a:rPr>
              <a:t>Technologies</a:t>
            </a:r>
          </a:p>
          <a:p>
            <a:pPr algn="l">
              <a:defRPr sz="1700" b="0">
                <a:solidFill>
                  <a:srgbClr val="EDEDED"/>
                </a:solidFill>
                <a:latin typeface="Aptos"/>
              </a:defRPr>
            </a:pPr>
            <a:br>
              <a:rPr sz="1700" b="0">
                <a:solidFill>
                  <a:srgbClr val="EDEDED"/>
                </a:solidFill>
                <a:latin typeface="Aptos"/>
              </a:rPr>
            </a:br>
            <a:r>
              <a:rPr sz="1700" b="0">
                <a:solidFill>
                  <a:srgbClr val="EDEDED"/>
                </a:solidFill>
                <a:latin typeface="Aptos"/>
              </a:rPr>
              <a:t>• HTML5 — page structure and application mount point.</a:t>
            </a:r>
            <a:br>
              <a:rPr sz="1700" b="0">
                <a:solidFill>
                  <a:srgbClr val="EDEDED"/>
                </a:solidFill>
                <a:latin typeface="Aptos"/>
              </a:rPr>
            </a:br>
            <a:r>
              <a:rPr sz="1700" b="0">
                <a:solidFill>
                  <a:srgbClr val="EDEDED"/>
                </a:solidFill>
                <a:latin typeface="Aptos"/>
              </a:rPr>
              <a:t>• CSS3 — responsive layout, stadium-inspired navy/green/gold styling, cards, score panels and controls.</a:t>
            </a:r>
            <a:br>
              <a:rPr sz="1700" b="0">
                <a:solidFill>
                  <a:srgbClr val="EDEDED"/>
                </a:solidFill>
                <a:latin typeface="Aptos"/>
              </a:rPr>
            </a:br>
            <a:r>
              <a:rPr sz="1700" b="0">
                <a:solidFill>
                  <a:srgbClr val="EDEDED"/>
                </a:solidFill>
                <a:latin typeface="Aptos"/>
              </a:rPr>
              <a:t>• JavaScript — match state, rendering, scoring logic, innings management and scorecard generation.</a:t>
            </a:r>
            <a:br>
              <a:rPr sz="1700" b="0">
                <a:solidFill>
                  <a:srgbClr val="EDEDED"/>
                </a:solidFill>
                <a:latin typeface="Aptos"/>
              </a:rPr>
            </a:br>
            <a:r>
              <a:rPr sz="1700" b="0">
                <a:solidFill>
                  <a:srgbClr val="EDEDED"/>
                </a:solidFill>
                <a:latin typeface="Aptos"/>
              </a:rPr>
              <a:t>• Google Fonts — Inter, Bebas Neue and JetBrains Mono for interface typography.</a:t>
            </a:r>
            <a:br>
              <a:rPr sz="1700" b="0">
                <a:solidFill>
                  <a:srgbClr val="EDEDED"/>
                </a:solidFill>
                <a:latin typeface="Aptos"/>
              </a:rPr>
            </a:br>
            <a:br>
              <a:rPr sz="1700" b="0">
                <a:solidFill>
                  <a:srgbClr val="EDEDED"/>
                </a:solidFill>
                <a:latin typeface="Aptos"/>
              </a:rPr>
            </a:br>
            <a:r>
              <a:rPr sz="1700" b="0">
                <a:solidFill>
                  <a:srgbClr val="EDEDED"/>
                </a:solidFill>
                <a:latin typeface="Aptos"/>
              </a:rPr>
              <a:t>Implementation highlights</a:t>
            </a:r>
          </a:p>
          <a:p>
            <a:pPr algn="l">
              <a:defRPr sz="1700" b="0">
                <a:solidFill>
                  <a:srgbClr val="EDEDED"/>
                </a:solidFill>
                <a:latin typeface="Aptos"/>
              </a:defRPr>
            </a:pPr>
            <a:br>
              <a:rPr sz="1700" b="0">
                <a:solidFill>
                  <a:srgbClr val="EDEDED"/>
                </a:solidFill>
                <a:latin typeface="Aptos"/>
              </a:rPr>
            </a:br>
            <a:r>
              <a:rPr sz="1700" b="0">
                <a:solidFill>
                  <a:srgbClr val="EDEDED"/>
                </a:solidFill>
                <a:latin typeface="Aptos"/>
              </a:rPr>
              <a:t>• State-driven phases: setup, openers, playing, innings break and result.</a:t>
            </a:r>
            <a:br>
              <a:rPr sz="1700" b="0">
                <a:solidFill>
                  <a:srgbClr val="EDEDED"/>
                </a:solidFill>
                <a:latin typeface="Aptos"/>
              </a:rPr>
            </a:br>
            <a:r>
              <a:rPr sz="1700" b="0">
                <a:solidFill>
                  <a:srgbClr val="EDEDED"/>
                </a:solidFill>
                <a:latin typeface="Aptos"/>
              </a:rPr>
              <a:t>• Ball actions update runs, wickets, batter/bowler stats, over history and strike rotation.</a:t>
            </a:r>
            <a:br>
              <a:rPr sz="1700" b="0">
                <a:solidFill>
                  <a:srgbClr val="EDEDED"/>
                </a:solidFill>
                <a:latin typeface="Aptos"/>
              </a:rPr>
            </a:br>
            <a:r>
              <a:rPr sz="1700" b="0">
                <a:solidFill>
                  <a:srgbClr val="EDEDED"/>
                </a:solidFill>
                <a:latin typeface="Aptos"/>
              </a:rPr>
              <a:t>• Browser-based; no backend or database is included in the supplied code.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IN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  <a:r>
              <a:rPr lang="en-IN" altLang="en-US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OUTCOME</a:t>
            </a:r>
            <a:endParaRPr lang="en-IN" sz="28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None/>
              <a:defRPr/>
            </a:pPr>
            <a:br>
              <a:rPr kumimoji="0" lang="en-I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IN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77240" y="1752600"/>
            <a:ext cx="10424160" cy="3451225"/>
          </a:xfrm>
          <a:prstGeom prst="rect">
            <a:avLst/>
          </a:prstGeom>
          <a:noFill/>
        </p:spPr>
        <p:txBody>
          <a:bodyPr wrap="square" lIns="109728" tIns="73152" rIns="109728" bIns="54864">
            <a:spAutoFit/>
          </a:bodyPr>
          <a:lstStyle/>
          <a:p>
            <a:pPr algn="l">
              <a:defRPr sz="1800" b="0">
                <a:solidFill>
                  <a:srgbClr val="EDEDED"/>
                </a:solidFill>
                <a:latin typeface="Aptos"/>
              </a:defRPr>
            </a:pPr>
            <a:endParaRPr sz="1800" b="0">
              <a:solidFill>
                <a:srgbClr val="EDEDED"/>
              </a:solidFill>
              <a:latin typeface="Aptos"/>
            </a:endParaRPr>
          </a:p>
          <a:p>
            <a:pPr algn="l">
              <a:defRPr sz="1800" b="0">
                <a:solidFill>
                  <a:srgbClr val="EDEDED"/>
                </a:solidFill>
                <a:latin typeface="Aptos"/>
              </a:defRPr>
            </a:pPr>
            <a:endParaRPr sz="1800" b="0">
              <a:solidFill>
                <a:srgbClr val="EDEDED"/>
              </a:solidFill>
              <a:latin typeface="Aptos"/>
            </a:endParaRPr>
          </a:p>
          <a:p>
            <a:pPr algn="l">
              <a:defRPr sz="1800" b="0">
                <a:solidFill>
                  <a:srgbClr val="EDEDED"/>
                </a:solidFill>
                <a:latin typeface="Aptos"/>
              </a:defRPr>
            </a:pPr>
            <a:endParaRPr sz="1800" b="0">
              <a:solidFill>
                <a:srgbClr val="EDEDED"/>
              </a:solidFill>
              <a:latin typeface="Aptos"/>
            </a:endParaRPr>
          </a:p>
          <a:p>
            <a:pPr algn="l">
              <a:defRPr sz="1800" b="0">
                <a:solidFill>
                  <a:srgbClr val="EDEDED"/>
                </a:solidFill>
                <a:latin typeface="Aptos"/>
              </a:defRPr>
            </a:pPr>
            <a:r>
              <a:rPr sz="1800" b="0">
                <a:solidFill>
                  <a:srgbClr val="EDEDED"/>
                </a:solidFill>
                <a:latin typeface="Aptos"/>
              </a:rPr>
              <a:t>• Developed an interactive cricket scoreboard prototype for tracking a limited-overs match.</a:t>
            </a:r>
            <a:br>
              <a:rPr sz="1800" b="0">
                <a:solidFill>
                  <a:srgbClr val="EDEDED"/>
                </a:solidFill>
                <a:latin typeface="Aptos"/>
              </a:rPr>
            </a:br>
            <a:r>
              <a:rPr sz="1800" b="0">
                <a:solidFill>
                  <a:srgbClr val="EDEDED"/>
                </a:solidFill>
                <a:latin typeface="Aptos"/>
              </a:rPr>
              <a:t>• Displays current score, wickets, overs, run rate and chase requirement.</a:t>
            </a:r>
            <a:br>
              <a:rPr sz="1800" b="0">
                <a:solidFill>
                  <a:srgbClr val="EDEDED"/>
                </a:solidFill>
                <a:latin typeface="Aptos"/>
              </a:rPr>
            </a:br>
            <a:r>
              <a:rPr sz="1800" b="0">
                <a:solidFill>
                  <a:srgbClr val="EDEDED"/>
                </a:solidFill>
                <a:latin typeface="Aptos"/>
              </a:rPr>
              <a:t>• Records batter and bowler figures and produces a full scorecard.</a:t>
            </a:r>
            <a:br>
              <a:rPr sz="1800" b="0">
                <a:solidFill>
                  <a:srgbClr val="EDEDED"/>
                </a:solidFill>
                <a:latin typeface="Aptos"/>
              </a:rPr>
            </a:br>
            <a:r>
              <a:rPr sz="1800" b="0">
                <a:solidFill>
                  <a:srgbClr val="EDEDED"/>
                </a:solidFill>
                <a:latin typeface="Aptos"/>
              </a:rPr>
              <a:t>• Shows the match result after the second innings and allows a new match to be started.</a:t>
            </a:r>
            <a:br>
              <a:rPr sz="1800" b="0">
                <a:solidFill>
                  <a:srgbClr val="EDEDED"/>
                </a:solidFill>
                <a:latin typeface="Aptos"/>
              </a:rPr>
            </a:br>
            <a:br>
              <a:rPr sz="1800" b="0">
                <a:solidFill>
                  <a:srgbClr val="EDEDED"/>
                </a:solidFill>
                <a:latin typeface="Aptos"/>
              </a:rPr>
            </a:br>
            <a:r>
              <a:rPr sz="1800" b="0">
                <a:solidFill>
                  <a:srgbClr val="EDEDED"/>
                </a:solidFill>
                <a:latin typeface="Aptos"/>
              </a:rPr>
              <a:t>Future enhancements</a:t>
            </a:r>
            <a:br>
              <a:rPr sz="1800" b="0">
                <a:solidFill>
                  <a:srgbClr val="EDEDED"/>
                </a:solidFill>
                <a:latin typeface="Aptos"/>
              </a:rPr>
            </a:br>
            <a:r>
              <a:rPr sz="1800" b="0">
                <a:solidFill>
                  <a:srgbClr val="EDEDED"/>
                </a:solidFill>
                <a:latin typeface="Aptos"/>
              </a:rPr>
              <a:t>• Add persistent match history using local storage or a database.</a:t>
            </a:r>
            <a:br>
              <a:rPr sz="1800" b="0">
                <a:solidFill>
                  <a:srgbClr val="EDEDED"/>
                </a:solidFill>
                <a:latin typeface="Aptos"/>
              </a:rPr>
            </a:br>
            <a:r>
              <a:rPr sz="1800" b="0">
                <a:solidFill>
                  <a:srgbClr val="EDEDED"/>
                </a:solidFill>
                <a:latin typeface="Aptos"/>
              </a:rPr>
              <a:t>• Add undo/edit scoring, extras (wide/no-ball/bye/leg-bye) and more accurate dismissal types.</a:t>
            </a:r>
            <a:br>
              <a:rPr sz="1800" b="0">
                <a:solidFill>
                  <a:srgbClr val="EDEDED"/>
                </a:solidFill>
                <a:latin typeface="Aptos"/>
              </a:rPr>
            </a:br>
            <a:r>
              <a:rPr sz="1800" b="0">
                <a:solidFill>
                  <a:srgbClr val="EDEDED"/>
                </a:solidFill>
                <a:latin typeface="Aptos"/>
              </a:rPr>
              <a:t>• Add team/player profiles, export/share scorecards and optional online multi-user scoring.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CS19811-Phase-II-Final Viva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D537315-F462-4C74-88B4-A900525A3FAA}" type="slidenum">
              <a:rPr lang="en-US" altLang="en-US"/>
              <a:t>6</a:t>
            </a:fld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96B73D3-834A-0FBC-9D00-7B8FE6A155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" t="3987" r="-1"/>
          <a:stretch>
            <a:fillRect/>
          </a:stretch>
        </p:blipFill>
        <p:spPr>
          <a:xfrm>
            <a:off x="434714" y="584615"/>
            <a:ext cx="11350885" cy="6136859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</a:defRPr>
        </a:defPPr>
      </a:lstStyle>
    </a:lnDef>
  </a:objectDefaults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2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3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4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5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490</Words>
  <Application>Microsoft Office PowerPoint</Application>
  <PresentationFormat>Widescreen</PresentationFormat>
  <Paragraphs>28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Calibri</vt:lpstr>
      <vt:lpstr>Times New Roman</vt:lpstr>
      <vt:lpstr>Verdana</vt:lpstr>
      <vt:lpstr>Wingdings</vt:lpstr>
      <vt:lpstr>Profile</vt:lpstr>
      <vt:lpstr>PowerPoint Presentation</vt:lpstr>
      <vt:lpstr>ABOUT THE PROJECT</vt:lpstr>
      <vt:lpstr>PROBLEM STATEMENT / OBJECTIVE</vt:lpstr>
      <vt:lpstr>TOOLS, TECHNOLOGIES AND IMPLEMENTATION</vt:lpstr>
      <vt:lpstr>PROJECT OUTCOME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Rupmala R</dc:creator>
  <cp:lastModifiedBy>vireshwerkanth kanth</cp:lastModifiedBy>
  <cp:revision>47</cp:revision>
  <dcterms:created xsi:type="dcterms:W3CDTF">2023-08-03T04:32:00Z</dcterms:created>
  <dcterms:modified xsi:type="dcterms:W3CDTF">2026-10-28T10:23:10Z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402981E155C74AD08A3D059FA7734442_12</vt:lpwstr>
  </property>
  <property fmtid="{D5CDD505-2E9C-101B-9397-08002B2CF9AE}" pid="3" name="KSOProductBuildVer">
    <vt:lpwstr>1033-12.1.0.29162</vt:lpwstr>
  </property>
</Properties>
</file>